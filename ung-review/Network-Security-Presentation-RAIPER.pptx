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FAD687-0D5F-5AC6-00F6-4D2A5D0D8FD6}" v="36" dt="2026-04-13T18:52:00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RAPIER Framework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latin typeface="Aptos Display"/>
              </a:rPr>
              <a:t>Overview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493A-CD04-079B-3867-180B221A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Detecting Encrypted Malicious Traffic with Low-Quality Training Data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2F187-E210-6C35-EB4F-F62096E40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Modern attacks hide in fully encrypted flows (TLS 1.3, QUIC, </a:t>
            </a:r>
            <a:r>
              <a:rPr lang="en-US" dirty="0" err="1">
                <a:ea typeface="+mn-lt"/>
                <a:cs typeface="+mn-lt"/>
              </a:rPr>
              <a:t>DoH</a:t>
            </a:r>
            <a:r>
              <a:rPr lang="en-US" dirty="0">
                <a:ea typeface="+mn-lt"/>
                <a:cs typeface="+mn-lt"/>
              </a:rPr>
              <a:t>, HTTPS)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Real-world training data is severely limited: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Very few labeled malicious samples (malware evolves rapidly)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High label noise (20–45% incorrect labels from </a:t>
            </a:r>
            <a:r>
              <a:rPr lang="en-US" dirty="0" err="1">
                <a:ea typeface="+mn-lt"/>
                <a:cs typeface="+mn-lt"/>
              </a:rPr>
              <a:t>VirusTotal</a:t>
            </a:r>
            <a:r>
              <a:rPr lang="en-US" dirty="0">
                <a:ea typeface="+mn-lt"/>
                <a:cs typeface="+mn-lt"/>
              </a:rPr>
              <a:t>, sandboxes, manual labeling)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Result: Standard ML/IDS models suffer dramatic performance drops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Visualize:</a:t>
            </a:r>
            <a:r>
              <a:rPr lang="en-US">
                <a:ea typeface="+mn-lt"/>
                <a:cs typeface="+mn-lt"/>
              </a:rPr>
              <a:t> Encrypted packet icon → noisy label cloud → failing classifier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73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3B5F-8544-E795-1620-F24DF867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Why RAPIER Matters in Real-World Network Security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12C51-0376-FE79-4718-2B7255722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>
                <a:ea typeface="+mn-lt"/>
                <a:cs typeface="+mn-lt"/>
              </a:rPr>
              <a:t>Encryption is now the default → payload-based detection is dead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Malware increasingly uses encryption for C2, exfiltration, and evasion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Collecting clean, large-scale labeled malicious traffic is extremely expensive and slow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Gap between academic benchmarks and enterprise reality is widening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RAPIER</a:t>
            </a:r>
            <a:r>
              <a:rPr lang="en-US" dirty="0">
                <a:ea typeface="+mn-lt"/>
                <a:cs typeface="+mn-lt"/>
              </a:rPr>
              <a:t> enables robust detection even with the noisy, small datasets you actually have in production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Visualize:</a:t>
            </a:r>
            <a:r>
              <a:rPr lang="en-US">
                <a:ea typeface="+mn-lt"/>
                <a:cs typeface="+mn-lt"/>
              </a:rPr>
              <a:t> Timeline of encryption adoption + cost-of-labeling graphic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7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CF75-16E8-9B96-3C1D-11E595DD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Limitations of Prior Approaches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B273-7A34-3065-3333-1D09302DE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>
                <a:ea typeface="+mn-lt"/>
                <a:cs typeface="+mn-lt"/>
              </a:rPr>
              <a:t>Signature-based IDS (Snort, Suricata) → blind to encrypted payloads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Classic ML on flow metadata (ETA, random forest) → collapses under label noise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Deep learning on sequences (FS-Net, ET-BERT) → requires massive clean data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augmentation (SMOTE, GAN) → often amplifies existing noise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Label-noise methods (Co-teaching, DT) → strong assumptions or need large datasets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Visualize:</a:t>
            </a:r>
            <a:r>
              <a:rPr lang="en-US">
                <a:ea typeface="+mn-lt"/>
                <a:cs typeface="+mn-lt"/>
              </a:rPr>
              <a:t> Table comparing methods → red X marks on “Handles noisy + small data” column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54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B176E-6495-9229-F93A-67694E76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First Framework Built for Realistic Low-Quality Data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77EE7-1269-1B40-412A-431774EDF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Core insight: Benign flows form tight clusters; malicious flows are scattered in feature space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Really New Stuff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/>
            <a:r>
              <a:rPr lang="en-US">
                <a:ea typeface="+mn-lt"/>
                <a:cs typeface="+mn-lt"/>
              </a:rPr>
              <a:t>Unsupervised bi-GRU Auto-Encoder for clean feature extraction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MADE-based label noise correction + ensemble relabeling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Distribution-aware GAN augmentation (generates high-quality synthetic malicious samples)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Prototype-based MLP classifier with Co-teaching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End-to-end system that works with </a:t>
            </a:r>
            <a:r>
              <a:rPr lang="en-US" b="1">
                <a:ea typeface="+mn-lt"/>
                <a:cs typeface="+mn-lt"/>
              </a:rPr>
              <a:t>only noisy, small training data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Visualize:</a:t>
            </a:r>
            <a:r>
              <a:rPr lang="en-US">
                <a:ea typeface="+mn-lt"/>
                <a:cs typeface="+mn-lt"/>
              </a:rPr>
              <a:t> Architecture diagram (Raw PCAP → Feature Extract → Noise Correction → Augmentation → Classifier)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75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RAPIER Framework </vt:lpstr>
      <vt:lpstr>Detecting Encrypted Malicious Traffic with Low-Quality Training Data </vt:lpstr>
      <vt:lpstr>Why RAPIER Matters in Real-World Network Security  </vt:lpstr>
      <vt:lpstr>Limitations of Prior Approaches </vt:lpstr>
      <vt:lpstr>First Framework Built for Realistic Low-Quality Data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</cp:revision>
  <dcterms:created xsi:type="dcterms:W3CDTF">2026-04-13T18:42:48Z</dcterms:created>
  <dcterms:modified xsi:type="dcterms:W3CDTF">2026-04-13T18:52:31Z</dcterms:modified>
</cp:coreProperties>
</file>